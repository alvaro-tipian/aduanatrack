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295C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Crítica</c:v>
                </c:pt>
                <c:pt idx="1">
                  <c:v>Alta</c:v>
                </c:pt>
                <c:pt idx="2">
                  <c:v>Media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</c:v>
                </c:pt>
                <c:pt idx="1">
                  <c:v>7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Patrick Ponce</c:v>
                  </c:pt>
                  <c:pt idx="1">
                    <c:v>Fabio Saavedra</c:v>
                  </c:pt>
                  <c:pt idx="2">
                    <c:v>Kiara Linares</c:v>
                  </c:pt>
                  <c:pt idx="3">
                    <c:v>Alvaro Tipian (SM)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36</c:v>
                </c:pt>
                <c:pt idx="2">
                  <c:v>34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Horas por tipo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bubble3D val="0"/>
            <c:spPr>
              <a:solidFill>
                <a:srgbClr val="21295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Back-end</c:v>
                </c:pt>
                <c:pt idx="1">
                  <c:v>Front-end</c:v>
                </c:pt>
                <c:pt idx="2">
                  <c:v>QA</c:v>
                </c:pt>
                <c:pt idx="3">
                  <c:v>Infraestructura/DevOps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51</c:v>
                </c:pt>
                <c:pt idx="1">
                  <c:v>32</c:v>
                </c:pt>
                <c:pt idx="2">
                  <c:v>9</c:v>
                </c:pt>
                <c:pt idx="3">
                  <c:v>17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AduanaTrack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Seguimiento Aduanero de Importaciones Marítimas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PROY-ADU-2026-01  ·  Grupo 2  ·  17 de setiembre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previa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099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Product Backlog priorizado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700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del Sprint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91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y Planning Poker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301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podemos comprometer y cómo lo estimamos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51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Backlog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902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comprometidas y desglose técnico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212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calendario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5504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Ceremonias, CASE y cronograma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Scrum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121408" cy="42062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52144" y="19659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2144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10896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7947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Tipian Jacobo,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Gustavo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1216" y="1600200"/>
            <a:ext cx="2121408" cy="42062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965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310896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37947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Altamirano Zuñiga,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Diego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93792" y="1600200"/>
            <a:ext cx="2121408" cy="42062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97296" y="196596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7296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10896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· Frontend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7947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Linares Estivariz,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Kiara Leticia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16368" y="1600200"/>
            <a:ext cx="2121408" cy="42062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19872" y="196596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19872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626096" y="310896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· Backend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26096" y="37947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Ponce Simeón,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Vossler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38944" y="1600200"/>
            <a:ext cx="2121408" cy="42062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442448" y="196596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42448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948672" y="310896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· Backend/DevOps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948672" y="37947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Saavedra García,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Enrique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Preparación previa al evento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81912"/>
            <a:ext cx="256032" cy="25603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4813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refinado: 15 historias con declaración Como/deseo/para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56032" cy="25603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3969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Dado-Cuando-Entonces en cada historia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256032" cy="25603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9806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mapeadas entre historias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256032" cy="25603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45643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inicio verificada → la sesión procede sin reprogramar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por prioridad (15 HU)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949440" y="1783080"/>
          <a:ext cx="4663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466344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priorización: primero las historias que habilitan el flujo base del negocio (acceso, clientes, apertura de despacho, visibilidad) sobre etapas posteriores del proceso aduanero.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SPRINT GOAL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«Habilitar el flujo base de apertura y seguimiento inicial de despachos de importación marítima: acceso seguro al sistema, registro de clientes, apertura de despacho y registro de embarque (BL), con visibilidad centralizada en el Dashboard.»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1024128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480060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entregado: al cierre del sprint, un agente de aduana podrá iniciar sesión, registrar un cliente, abrir un despacho, asociar su información de embarque y verlo reflejado en el panel general — la base para documentación, clasificación, tributos y levante en los próximos sprints.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Capacidad del equipo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91840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51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(S7–S9)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35040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90h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651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estimada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7824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778240" y="1783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651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objetivo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 3 desarrolladores × 3 semanas × ~10 h/semana = 90 h. Al ser el primer sprint (setup de entorno), el equipo se compromete con un rango conservador de 20–24 SP.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horas estimadas por responsable (109 h totales)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4709160"/>
          <a:ext cx="104241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de Planning Poker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Fibonacci · Kiara / Patrick / Fabio votan · se discute la dispersión hasta lograr consenso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24128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(SP)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57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 /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0" y="218998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02412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34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HU-04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cliente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834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/ 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0" y="296722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0" y="29672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11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HU-03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despacho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/ 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0" y="374446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37444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02412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389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HU-02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389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/ 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26880" y="452170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26880" y="45217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166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HU-05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BL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5166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 / 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326880" y="529894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326880" y="52989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608076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comprometido: 23 Story Points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Sprint Backlog — Historias comprometidas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HU-01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632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HU-04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0" y="15544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HU-03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909560" y="15544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095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HU-05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154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HU-02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depende de HU-01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 y HU-04 inician en paralelo. HU-03 requiere HU-04; HU-05 requiere HU-03; HU-02 requiere HU-01.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0241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2960" y="5166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SP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comprometidos en 5 historias. Fuera de alcance: HU-06 a HU-15 (Sprints 2 y 3).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Desglose técnico del Sprint Backlog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tareas SMART (≤ 1 día de esfuerzo) · 109 horas totales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73736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E8F1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17220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y backend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2148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validaciones, lógica de negocio (login, cliente, despacho, BL, dashboard)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0" y="283464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E8F1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72200" y="2926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(front-end)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3246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formularios, tablas, paneles — responsable principal: Kiara Linares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393192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E8F1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72200" y="4023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por historia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4343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criterios de aceptación verificados por historia comprometida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43600" y="5029200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E8F1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72200" y="5120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5440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Git, Kanban, contenedores, base de datos, CI y escaneo de vulnerabilidades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Herramientas CASE y ceremonias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642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Kanban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600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/ In Progress / Review / Done — Jira o Trello, docente invitado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77977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79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883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de código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7157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rama por historia de usuario, docente invitado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89534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95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803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Escaneo de vulnerabilidades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83133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al cierre del sprint sobre HU-01 a HU-05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09744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0109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010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919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Scrum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49469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semanal obligatorio de la reunión del equipo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del Sprint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semanas · Semanas 7 a 9 · 21 de setiembre – 9 de octubre de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· Setup (repo, Kanban, BD) · HU-01 y HU-04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18288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8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6974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HU-03 (depende de HU-04) · inicio HU-02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0956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9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26974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HU-02 y HU-05 · Escaneo de vulnerabilidades · Sprint Review, Retrospective y Demo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AduanaTrack — Sprint Planning Sprint 1 — Grupo 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Sprint Backlog es la base para iniciar la codificación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reportar impedimentos en los Daily Scrums.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Grupo 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2026-09-18T02:03:17Z</dcterms:created>
  <dcterms:modified xsi:type="dcterms:W3CDTF">2026-09-18T02:03:17Z</dcterms:modified>
</cp:coreProperties>
</file>